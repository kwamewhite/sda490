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Ideology (0=Left, 10=Right)</c:v>
                </c:pt>
              </c:strCache>
            </c:strRef>
          </c:tx>
          <c:spPr>
            <a:solidFill>
              <a:srgbClr val="2C7B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7b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 Threat
(disagree immigrants
take jobs)</c:v>
                  </c:pt>
                  <c:pt idx="1">
                    <c:v>Neutral</c:v>
                  </c:pt>
                  <c:pt idx="2">
                    <c:v>High Threat
(agree immigrants
take jobs)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</c:v>
                </c:pt>
                <c:pt idx="1">
                  <c:v>5.6</c:v>
                </c:pt>
                <c:pt idx="2">
                  <c:v>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F8C8D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F8C8D"/>
                    </a:solidFill>
                    <a:latin typeface="Arial"/>
                  </a:rPr>
                  <a:t>"Immigrants take jobs away from other Canadians" (CES 2019)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Education</c:v>
                  </c:pt>
                  <c:pt idx="1">
                    <c:v>Age</c:v>
                  </c:pt>
                  <c:pt idx="2">
                    <c:v>Income</c:v>
                  </c:pt>
                  <c:pt idx="3">
                    <c:v>Economic Threat
(immigrants take jobs)</c:v>
                  </c:pt>
                  <c:pt idx="4">
                    <c:v>Populist Threat
(majority over minority)</c:v>
                  </c:pt>
                  <c:pt idx="5">
                    <c:v>Cultural Threat
(minorities adapt +
culture harmed)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-0.042</c:v>
                </c:pt>
                <c:pt idx="1">
                  <c:v>0.014</c:v>
                </c:pt>
                <c:pt idx="2">
                  <c:v>0.11</c:v>
                </c:pt>
                <c:pt idx="3">
                  <c:v>0.149</c:v>
                </c:pt>
                <c:pt idx="4">
                  <c:v>0.308</c:v>
                </c:pt>
                <c:pt idx="5">
                  <c:v>0.535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5D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340"/>
          </a:solidFill>
          <a:ln w="12700">
            <a:solidFill>
              <a:srgbClr val="16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Immigration Threat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Right-Wing Ideology in Canada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cultural and populist threat perceptions drive political ideology?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2019 | CTM 2018  •  SDA 490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Canadians who perceive greater threat from immigration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more right-wing politically?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651760"/>
            <a:ext cx="260604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Threat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Minorities should adapt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Immigration harms culture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651760"/>
            <a:ext cx="2606040" cy="10972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Threat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2004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Immigrants take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from Canadians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651760"/>
            <a:ext cx="2606040" cy="10972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Populist Threat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2004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will over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rights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age, income, and education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59436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2019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0" y="960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37,000+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Election Study (Online)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ANALYSIS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Left-right ideology scale (0–10)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Nativism items: pes19_nativism1–5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age, income, education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411480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914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2018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52360" y="960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1,200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This Month (September)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IMM1–IMM6 immigration attitudes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vote preference (A6)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291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weights applied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THE PATTERN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immigration threat = more right-wing ideology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14630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CES 2019 | Ideology scale: 0 = far left, 10 = far right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REGRESSION 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independently predicts right-wing ideology?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463040"/>
            <a:ext cx="23774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46304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58368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—  Variance explained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2560320"/>
            <a:ext cx="23774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56032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58368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—  Complete cases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3657600"/>
            <a:ext cx="23774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3657600"/>
            <a:ext cx="6400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3703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58368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—  Model significance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regression | CES 2019 | Controls: age, income, education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RESULTS MEAN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412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threat is the strongest predictor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believe minorities should adapt and that immigration harms Canadian culture place themselves significantly further right on the ideology scale.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54864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4708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Populist threat also matters independently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that majority will should override minority rights predicts right-wing ideology beyond demographics — consistent with right-wing populist theory.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54864" cy="7772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529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and security fears drop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18211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cultural threat is controlled for, fear of job competition and crime do not independently predict ideology — the core driver is cultural anxiety, not material concerns.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54864" cy="77724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5876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who you are — it's what you fear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18795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perception effect holds after controlling for age, income, and education. Cultural anxiety independently moves people rightward.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Shiny App — Exploring Threat &amp; Voting Across Canada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606040" cy="45720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by Province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 showing cultural, economic, security, and populist threat scores across all 13 provinces. Toggle between threat domains.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54480"/>
            <a:ext cx="26060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54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by Province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dominance and support levels by province using CES 2019 data. Compare directly with threat map.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554480"/>
            <a:ext cx="2606040" cy="45720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54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by Party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56032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mean threat scores for each federal party's supporters. Conservative and PPC voters score highest on cultural threat.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 Shiny + Leaflet | Data: CES 2019 + CTM Sep 2018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D4F"/>
          </a:solidFill>
          <a:ln w="12700">
            <a:solidFill>
              <a:srgbClr val="1C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Complete-case analysis reduced CES sample to ~487 respondents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data — cannot establish causal direction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Ideology as DV is self-reported and may reflect partisan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CTM IMM1 had no 'bad/very bad' responses — limits threat index range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with CES 2021 to test post-COVID patterns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panel data to test whether threat precedes ideology shift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7889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media consumption variables to test information environment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5204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across immigrant-receiving countries (comparative design)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822960"/>
            <a:ext cx="0" cy="4023360"/>
          </a:xfrm>
          <a:prstGeom prst="line">
            <a:avLst/>
          </a:prstGeom>
          <a:noFill/>
          <a:ln w="19050">
            <a:solidFill>
              <a:srgbClr val="D5D8D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340"/>
          </a:solidFill>
          <a:ln w="12700">
            <a:solidFill>
              <a:srgbClr val="162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who you are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what you fear.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and populist threat perceptions independently predict right-wing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ideology in Canada, even after controlling for age, income, and education.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supports the theory that right-wing populism is driven by cultural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— not material self-interest.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2019  |  CTM September 2018  |  SDA 490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Immigration Threat &amp; Right-Wing Ideology in Canada</dc:title>
  <dc:subject>PptxGenJS Presentation</dc:subject>
  <dc:creator>PptxGenJS</dc:creator>
  <cp:lastModifiedBy>PptxGenJS</cp:lastModifiedBy>
  <cp:revision>1</cp:revision>
  <dcterms:created xsi:type="dcterms:W3CDTF">2026-03-23T07:40:00Z</dcterms:created>
  <dcterms:modified xsi:type="dcterms:W3CDTF">2026-03-23T07:40:00Z</dcterms:modified>
</cp:coreProperties>
</file>